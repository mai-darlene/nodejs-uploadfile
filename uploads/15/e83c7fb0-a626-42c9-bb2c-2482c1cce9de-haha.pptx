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12304-53E3-4CB6-A86E-4810EEF6B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6EA5CC-FADC-4C04-9DAD-5C97351DD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94A946-05E1-4290-8CC3-64F0B5084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96BB-2280-4330-BB37-28F3BF276156}" type="datetimeFigureOut">
              <a:rPr lang="zh-CN" altLang="en-US" smtClean="0"/>
              <a:t>2021/6/30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0E1B6C-A3D7-4813-8342-EB05D997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7730D0-9142-475B-BDF3-A2AE314C8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64CF-1A21-4D04-A032-0C8C870E0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343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5D86B5-CF7B-482C-9502-D4AF3D258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5C6E1A-7B5F-4DDE-8CB8-C9D6F4033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9FE414-A537-4DBB-955E-D37F4D04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96BB-2280-4330-BB37-28F3BF276156}" type="datetimeFigureOut">
              <a:rPr lang="zh-CN" altLang="en-US" smtClean="0"/>
              <a:t>2021/6/30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A949-43C1-4F01-99AE-951F1B596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3A0809-C23D-429D-9629-C9BE58DA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64CF-1A21-4D04-A032-0C8C870E0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059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8C84A-D80E-4555-95A0-E0D4584E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F1C612-0373-477F-848A-0C2B7536F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6222EF-8E30-4CAD-ABC4-74826FFA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96BB-2280-4330-BB37-28F3BF276156}" type="datetimeFigureOut">
              <a:rPr lang="zh-CN" altLang="en-US" smtClean="0"/>
              <a:t>2021/6/30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558D77-5B9E-48DA-B1D9-524087DF4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6F421C-5C5E-422E-9319-9090D478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64CF-1A21-4D04-A032-0C8C870E0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30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700A09-FA51-4B1A-A1F0-E272E7A66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2AE54A-A87E-441A-AAF7-625E9494B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D44C0A-3E7F-4A0C-BEEE-BEC8AFB37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F4759B-4B50-4A9B-BB3B-0001C1B9D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96BB-2280-4330-BB37-28F3BF276156}" type="datetimeFigureOut">
              <a:rPr lang="zh-CN" altLang="en-US" smtClean="0"/>
              <a:t>2021/6/30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500D1E-0100-469E-92D1-2C2ACCED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256E92-F1F0-4E60-AC1C-3339B16E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64CF-1A21-4D04-A032-0C8C870E0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814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EFE15-9DD7-4CC3-8272-875EDC3D2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9B5D19-6F59-44CB-A250-598E627B4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5D4DF6-B62A-4CB2-81F7-77395920E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85DD98-D791-40D5-B9FB-7E818177F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4D7867-23A8-40A8-AD87-61199DEDB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84CA29-87AC-4B19-B100-EDAF3FF29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96BB-2280-4330-BB37-28F3BF276156}" type="datetimeFigureOut">
              <a:rPr lang="zh-CN" altLang="en-US" smtClean="0"/>
              <a:t>2021/6/30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9869215-1AD4-437C-8431-EC67F6B34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60C45E-4ECD-4470-8B93-970ADB34D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64CF-1A21-4D04-A032-0C8C870E0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819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4523D-EE7E-405C-ADFC-E502DEDEE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BD47E0-C3E1-4EAD-A1D1-31535869D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96BB-2280-4330-BB37-28F3BF276156}" type="datetimeFigureOut">
              <a:rPr lang="zh-CN" altLang="en-US" smtClean="0"/>
              <a:t>2021/6/30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58C5FE-CF48-4FD4-A78E-B76FB17F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9A3DDD-F9A1-408F-A8AF-4E9F4B643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64CF-1A21-4D04-A032-0C8C870E0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43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D31F88-BEED-4D8C-A3E7-930D8C0C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96BB-2280-4330-BB37-28F3BF276156}" type="datetimeFigureOut">
              <a:rPr lang="zh-CN" altLang="en-US" smtClean="0"/>
              <a:t>2021/6/30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907EFA-19FF-4647-83E5-D3B3D73B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51740C-DF76-4069-9E76-1A593396F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64CF-1A21-4D04-A032-0C8C870E0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30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BDCAD-5FB9-4333-9907-31F40F4BD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992D13-9475-4FDF-BCB1-411156990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63E984-5A4C-4AA4-846D-496955F18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FEC5AB-F7C7-4E39-95ED-4F0F95E9E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96BB-2280-4330-BB37-28F3BF276156}" type="datetimeFigureOut">
              <a:rPr lang="zh-CN" altLang="en-US" smtClean="0"/>
              <a:t>2021/6/30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23AF25-C5FA-4092-8C98-E57BE6D6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2FF230-AC4D-4493-ABAD-251FB9FE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64CF-1A21-4D04-A032-0C8C870E0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403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47B5A-1409-47F6-A4D7-3E220C7AA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891E6A-7C44-4C8C-879C-30DDAAC5C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2BBA2C-32EE-43C0-B028-6817F66F0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DD32DC-BEC0-4E43-B7F9-2D8724AC6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96BB-2280-4330-BB37-28F3BF276156}" type="datetimeFigureOut">
              <a:rPr lang="zh-CN" altLang="en-US" smtClean="0"/>
              <a:t>2021/6/30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0C44AF-3C62-4AC3-BA16-2356516F2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93EA6B-4BF7-4515-A96B-AF72222D7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64CF-1A21-4D04-A032-0C8C870E0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018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E2CC8-569E-4A98-ACB4-2928DF41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D9330F-745F-4FC5-A6A5-AE9767A3E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0BE012-B03D-44C4-AE09-5C8CA19F7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96BB-2280-4330-BB37-28F3BF276156}" type="datetimeFigureOut">
              <a:rPr lang="zh-CN" altLang="en-US" smtClean="0"/>
              <a:t>2021/6/30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E9E13A-633F-4663-8E1F-1713FBF91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230314-1EEE-48A9-9034-238EC33A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64CF-1A21-4D04-A032-0C8C870E0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113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E34BF2-7729-4444-8511-F306A3DB8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6DDB43-A118-4338-B477-B3F7184F6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3076CD-1A29-47B6-AC93-579B327C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96BB-2280-4330-BB37-28F3BF276156}" type="datetimeFigureOut">
              <a:rPr lang="zh-CN" altLang="en-US" smtClean="0"/>
              <a:t>2021/6/30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919794-A103-4F85-A188-D8095B495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794E12-1309-489A-ABCA-039C2571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64CF-1A21-4D04-A032-0C8C870E0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211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00A163-BC55-48B9-8D1E-32E5D9012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3100FF-BF7F-4DF2-B926-8CCA298AD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1E3A8F-3A91-40F7-ABF5-86544058DE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B96BB-2280-4330-BB37-28F3BF276156}" type="datetimeFigureOut">
              <a:rPr lang="zh-CN" altLang="en-US" smtClean="0"/>
              <a:t>2021/6/30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3F5915-AD59-4A05-B306-B1E54AFE8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AA48F0-FFB8-4E32-87C6-837044A62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164CF-1A21-4D04-A032-0C8C870E0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89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A876E-EEF4-4C85-A876-1E14620AE0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我是好看的文档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727AEC-624F-4313-A9C1-810C251C37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515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我是好看的文档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我是好看的文档</dc:title>
  <dc:creator>Mai Duolin</dc:creator>
  <cp:lastModifiedBy>Mai Duolin</cp:lastModifiedBy>
  <cp:revision>1</cp:revision>
  <dcterms:created xsi:type="dcterms:W3CDTF">2021-06-30T06:53:43Z</dcterms:created>
  <dcterms:modified xsi:type="dcterms:W3CDTF">2021-06-30T06:53:45Z</dcterms:modified>
</cp:coreProperties>
</file>